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2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4CF21-5741-75C2-F8CF-5B34B0F01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7568B1-09FB-0B4D-2E09-C5AB08B72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333F2-16BC-20D8-CAC4-472451F35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76C00-6759-1DB5-AE8F-FDE4358F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2FDE18-9B1C-C189-C710-6B61D427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335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FECD9-146F-3EBF-987B-9AF49072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71F0D-523B-F558-4243-88088A0B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F9740E-9A75-F06B-C11B-2C3890F9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FB305-343F-4983-CA79-8CF5EBD6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0AD536-0C78-2694-9279-E5BE3FD5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126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A1D4A-E957-89A8-EB9F-6D3C44A9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4C823D-C598-86DF-C0D0-61CB5C3A3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661D1-D7FA-29DD-D7C2-67113BFB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71FD9D-379C-5690-69CA-1DD05E4C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8EDEAF-FE60-4821-CC3E-D8841EF0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411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A6987-D4D5-0EE2-CC3F-68A91BAD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E2F0C-EC98-45F7-F347-A46C8EED4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BDDC31-CE6B-4455-6CA4-7C40280C7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7EC48A-3907-107C-3E33-6A888246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6BABDF-1D9B-4875-9D9F-FD6AE255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812834-7C85-38F6-350C-6037D15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921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D1923-EB98-E78C-D79C-88CA372B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49296-77EB-C7F6-EE7D-B19077F76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444FC3-EE9C-2521-90AF-65EA91576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AD7703-925F-C2AD-7BDF-6D7235DE5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69060-7F38-3A84-D202-1EFEB407F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5A7C9C-5423-CFD0-93BB-F2DB99AE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716FE3-85F1-5A8E-D24D-D1610C0C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45B3D1-88CA-738C-0348-6757298D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264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27186-4771-A9D4-313F-1E84ADCE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9262B6-F5FA-92AB-9F82-63F83213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E3B417-0160-A76E-EC0E-DED426A1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1394C9-9E7F-F43C-D182-2E255AA8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411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F5A33F-1A90-4B70-FDC6-F6A0C0F1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E241D-0D66-6BBF-7937-668CCB6C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279F94-A162-DDA0-B645-3C26CCC4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372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3D828-C94B-71AA-01F7-A08CAACE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6D24F-E389-316A-184F-3266661B0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44A94D-E4B0-6CD7-8392-D9567E02A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30B485-55EC-A1F5-7705-7DAE927E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F3A62-CC48-BAAA-40E5-481CE510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2CBF1C-97A5-4921-3691-855A65B9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622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73E75-548D-7664-67D8-F31556EC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03EE7A-3166-7FCB-1412-708E80DE0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334C6-6F8E-EE63-A451-8271ACA19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61BB6B-6225-7523-6DB9-791A8F9F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D94898-D62C-3DF3-A3E7-E598FA26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49C4DA-F960-6A28-72E2-D75D7BAB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39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F859A-5466-83AB-8A6F-334E391E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7AC698-BEB9-8AEC-D178-85C6C3115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B0204C-E29F-9197-56F4-80E12D2C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08AF9-2441-EF62-FF6B-1BEAA057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68E81E-B1D6-A1E5-5581-F125095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433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1F66AC-78D3-07EA-B730-81EF7D708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3592F0-99A9-A1F4-CCF4-3AE4BCDF8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7CDDD-8878-32B4-7806-FCF9DA0B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524F3D-168A-4DE3-D6D0-9C190972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BB9328-5706-007C-90F9-A80FF957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3539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291748-2B15-D1DA-8820-72B18E63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D5F258-07B6-CA12-B97C-54EC777B5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8467B-8E20-8E40-AC72-A999F6AF0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510BB-5354-7645-A59A-024D80821CAF}" type="datetimeFigureOut">
              <a:rPr kumimoji="1" lang="ko-KR" altLang="en-US" smtClean="0"/>
              <a:t>2025. 9. 28.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5D5E5-A8F8-CAE9-FAAC-B5787CDD1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AE35AC-A307-2DCB-9A9B-1F68B62F9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EE360-59E9-7E4F-9905-B09041E4057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59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B26A6-3F8F-5B29-93AE-8E879E4D5A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Google </a:t>
            </a:r>
            <a:r>
              <a:rPr kumimoji="1" lang="en-US" altLang="ko-KR" dirty="0" err="1"/>
              <a:t>Colab</a:t>
            </a:r>
            <a:r>
              <a:rPr kumimoji="1" lang="ko-KR" altLang="en-US" dirty="0"/>
              <a:t> 사용법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4BAE3C-865C-E25C-BDBE-8908465F94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코알라</a:t>
            </a:r>
          </a:p>
        </p:txBody>
      </p:sp>
    </p:spTree>
    <p:extLst>
      <p:ext uri="{BB962C8B-B14F-4D97-AF65-F5344CB8AC3E}">
        <p14:creationId xmlns:p14="http://schemas.microsoft.com/office/powerpoint/2010/main" val="3601062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CC9FD-99F9-0CDA-2F2D-E11C0E3C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구글 </a:t>
            </a:r>
            <a:r>
              <a:rPr kumimoji="1" lang="ko-KR" altLang="en-US" dirty="0" err="1"/>
              <a:t>코랩이란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C453-5943-F18C-F924-3B5843CED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000" dirty="0"/>
              <a:t>1. </a:t>
            </a:r>
            <a:r>
              <a:rPr kumimoji="1" lang="ko-KR" altLang="en-US" sz="2000" dirty="0"/>
              <a:t>구글 </a:t>
            </a:r>
            <a:r>
              <a:rPr kumimoji="1" lang="ko-KR" altLang="en-US" sz="2000" dirty="0" err="1"/>
              <a:t>코랩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Google </a:t>
            </a:r>
            <a:r>
              <a:rPr kumimoji="1" lang="en" altLang="ko-KR" sz="2000" dirty="0" err="1"/>
              <a:t>Colab</a:t>
            </a:r>
            <a:r>
              <a:rPr kumimoji="1" lang="en" altLang="ko-KR" sz="2000" dirty="0"/>
              <a:t>)</a:t>
            </a:r>
          </a:p>
          <a:p>
            <a:r>
              <a:rPr kumimoji="1" lang="ko-KR" altLang="en-US" sz="2000" dirty="0"/>
              <a:t>정식 명칭</a:t>
            </a:r>
            <a:r>
              <a:rPr kumimoji="1" lang="en-US" altLang="ko-KR" sz="2000" dirty="0"/>
              <a:t>: </a:t>
            </a:r>
            <a:r>
              <a:rPr kumimoji="1" lang="en" altLang="ko-KR" sz="2000" dirty="0"/>
              <a:t>Google </a:t>
            </a:r>
            <a:r>
              <a:rPr kumimoji="1" lang="en" altLang="ko-KR" sz="2000" dirty="0" err="1"/>
              <a:t>Colaboratory</a:t>
            </a:r>
            <a:endParaRPr kumimoji="1" lang="en" altLang="ko-KR" sz="2000" dirty="0"/>
          </a:p>
          <a:p>
            <a:r>
              <a:rPr kumimoji="1" lang="ko-KR" altLang="en-US" sz="2000" dirty="0"/>
              <a:t>무엇인가</a:t>
            </a:r>
            <a:r>
              <a:rPr kumimoji="1" lang="en-US" altLang="ko-KR" sz="2000" dirty="0"/>
              <a:t>?</a:t>
            </a:r>
            <a:br>
              <a:rPr kumimoji="1" lang="en-US" altLang="ko-KR" sz="2000" dirty="0"/>
            </a:br>
            <a:r>
              <a:rPr kumimoji="1" lang="ko-KR" altLang="en-US" sz="2000" dirty="0"/>
              <a:t>구글에서 제공하는 클라우드 기반 </a:t>
            </a:r>
            <a:r>
              <a:rPr kumimoji="1" lang="en" altLang="ko-KR" sz="2000" dirty="0" err="1"/>
              <a:t>Jupyter</a:t>
            </a:r>
            <a:r>
              <a:rPr kumimoji="1" lang="en" altLang="ko-KR" sz="2000" dirty="0"/>
              <a:t> Notebook </a:t>
            </a:r>
            <a:r>
              <a:rPr kumimoji="1" lang="ko-KR" altLang="en-US" sz="2000" dirty="0"/>
              <a:t>환경이에요</a:t>
            </a:r>
            <a:r>
              <a:rPr kumimoji="1" lang="en-US" altLang="ko-KR" sz="2000" dirty="0"/>
              <a:t>.</a:t>
            </a:r>
            <a:br>
              <a:rPr kumimoji="1" lang="en-US" altLang="ko-KR" sz="2000" dirty="0"/>
            </a:br>
            <a:r>
              <a:rPr kumimoji="1" lang="ko-KR" altLang="en-US" sz="2000" dirty="0"/>
              <a:t>설치 없이 웹 브라우저에서 바로 </a:t>
            </a:r>
            <a:r>
              <a:rPr kumimoji="1" lang="en" altLang="ko-KR" sz="2000" dirty="0"/>
              <a:t>Python </a:t>
            </a:r>
            <a:r>
              <a:rPr kumimoji="1" lang="ko-KR" altLang="en-US" sz="2000" dirty="0"/>
              <a:t>코드를 실행할 수 있고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무료로 </a:t>
            </a:r>
            <a:r>
              <a:rPr kumimoji="1" lang="en" altLang="ko-KR" sz="2000" dirty="0"/>
              <a:t>GPU/TPU</a:t>
            </a:r>
            <a:r>
              <a:rPr kumimoji="1" lang="ko-KR" altLang="en-US" sz="2000" dirty="0"/>
              <a:t>도 사용할 수 있습니다</a:t>
            </a:r>
            <a:r>
              <a:rPr kumimoji="1" lang="en-US" altLang="ko-KR" sz="2000" dirty="0"/>
              <a:t>.</a:t>
            </a:r>
          </a:p>
          <a:p>
            <a:r>
              <a:rPr kumimoji="1" lang="ko-KR" altLang="en-US" sz="2000" dirty="0"/>
              <a:t>특징</a:t>
            </a:r>
          </a:p>
          <a:p>
            <a:r>
              <a:rPr kumimoji="1" lang="ko-KR" altLang="en-US" sz="2000" dirty="0"/>
              <a:t>웹에서 바로 실행 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별도 설치 </a:t>
            </a:r>
            <a:r>
              <a:rPr kumimoji="1" lang="en" altLang="ko-KR" sz="2000" dirty="0"/>
              <a:t>X, </a:t>
            </a:r>
            <a:r>
              <a:rPr kumimoji="1" lang="ko-KR" altLang="en-US" sz="2000" dirty="0"/>
              <a:t>구글 계정만 있으면 됨</a:t>
            </a:r>
            <a:r>
              <a:rPr kumimoji="1" lang="en-US" altLang="ko-KR" sz="2000" dirty="0"/>
              <a:t>)</a:t>
            </a:r>
          </a:p>
          <a:p>
            <a:r>
              <a:rPr kumimoji="1" lang="en" altLang="ko-KR" sz="2000" dirty="0"/>
              <a:t>Python </a:t>
            </a:r>
            <a:r>
              <a:rPr kumimoji="1" lang="ko-KR" altLang="en-US" sz="2000" dirty="0"/>
              <a:t>기반 </a:t>
            </a:r>
            <a:r>
              <a:rPr kumimoji="1" lang="ko-KR" altLang="en-US" sz="2000" dirty="0" err="1"/>
              <a:t>머신러닝</a:t>
            </a:r>
            <a:r>
              <a:rPr kumimoji="1" lang="en-US" altLang="ko-KR" sz="2000" dirty="0"/>
              <a:t>/</a:t>
            </a:r>
            <a:r>
              <a:rPr kumimoji="1" lang="ko-KR" altLang="en-US" sz="2000" dirty="0"/>
              <a:t>딥러닝 개발에 최적화</a:t>
            </a:r>
          </a:p>
          <a:p>
            <a:r>
              <a:rPr kumimoji="1" lang="en-US" altLang="ko-KR" sz="2000" dirty="0"/>
              <a:t>.</a:t>
            </a:r>
            <a:r>
              <a:rPr kumimoji="1" lang="en" altLang="ko-KR" sz="2000" dirty="0" err="1"/>
              <a:t>ipynb</a:t>
            </a:r>
            <a:r>
              <a:rPr kumimoji="1" lang="en" altLang="ko-KR" sz="2000" dirty="0"/>
              <a:t> </a:t>
            </a:r>
            <a:r>
              <a:rPr kumimoji="1" lang="ko-KR" altLang="en-US" sz="2000" dirty="0"/>
              <a:t>파일을 직접 업로드하거나 </a:t>
            </a:r>
            <a:r>
              <a:rPr kumimoji="1" lang="en" altLang="ko-KR" sz="2000" dirty="0"/>
              <a:t>Google Drive</a:t>
            </a:r>
            <a:r>
              <a:rPr kumimoji="1" lang="ko-KR" altLang="en-US" sz="2000" dirty="0"/>
              <a:t>와 연동 가능</a:t>
            </a:r>
          </a:p>
          <a:p>
            <a:r>
              <a:rPr kumimoji="1" lang="ko-KR" altLang="en-US" sz="2000" dirty="0"/>
              <a:t>무료 </a:t>
            </a:r>
            <a:r>
              <a:rPr kumimoji="1" lang="en" altLang="ko-KR" sz="2000" dirty="0"/>
              <a:t>GPU/TPU </a:t>
            </a:r>
            <a:r>
              <a:rPr kumimoji="1" lang="ko-KR" altLang="en-US" sz="2000" dirty="0"/>
              <a:t>제공 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시간</a:t>
            </a:r>
            <a:r>
              <a:rPr kumimoji="1" lang="en-US" altLang="ko-KR" sz="2000" dirty="0"/>
              <a:t>/</a:t>
            </a:r>
            <a:r>
              <a:rPr kumimoji="1" lang="ko-KR" altLang="en-US" sz="2000" dirty="0"/>
              <a:t>세션 제한 있음</a:t>
            </a:r>
            <a:r>
              <a:rPr kumimoji="1"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621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09AAF-3F61-4BA3-F946-8116BC4C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ipynb</a:t>
            </a:r>
            <a:r>
              <a:rPr kumimoji="1" lang="ko-KR" altLang="en-US" dirty="0"/>
              <a:t>란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123962-2E06-F130-156A-144349227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ko-KR" sz="2000" dirty="0"/>
              <a:t>2. </a:t>
            </a:r>
            <a:r>
              <a:rPr kumimoji="1" lang="en" altLang="ko-KR" sz="2000" dirty="0" err="1"/>
              <a:t>ipynb</a:t>
            </a:r>
            <a:r>
              <a:rPr kumimoji="1" lang="en" altLang="ko-KR" sz="2000" dirty="0"/>
              <a:t> </a:t>
            </a:r>
            <a:r>
              <a:rPr kumimoji="1" lang="ko-KR" altLang="en-US" sz="2000" dirty="0"/>
              <a:t>파일</a:t>
            </a:r>
          </a:p>
          <a:p>
            <a:r>
              <a:rPr kumimoji="1" lang="ko-KR" altLang="en-US" sz="2000" dirty="0"/>
              <a:t>확장자</a:t>
            </a:r>
            <a:r>
              <a:rPr kumimoji="1" lang="en-US" altLang="ko-KR" sz="2000" dirty="0"/>
              <a:t>: .</a:t>
            </a:r>
            <a:r>
              <a:rPr kumimoji="1" lang="en" altLang="ko-KR" sz="2000" dirty="0" err="1"/>
              <a:t>ipynb</a:t>
            </a:r>
            <a:r>
              <a:rPr kumimoji="1" lang="en" altLang="ko-KR" sz="2000" dirty="0"/>
              <a:t> → Interactive Python Notebook</a:t>
            </a:r>
            <a:r>
              <a:rPr kumimoji="1" lang="ko-KR" altLang="en-US" sz="2000" dirty="0"/>
              <a:t>의 줄임말</a:t>
            </a:r>
          </a:p>
          <a:p>
            <a:r>
              <a:rPr kumimoji="1" lang="ko-KR" altLang="en-US" sz="2000" dirty="0"/>
              <a:t>무엇인가</a:t>
            </a:r>
            <a:r>
              <a:rPr kumimoji="1" lang="en-US" altLang="ko-KR" sz="2000" dirty="0"/>
              <a:t>?</a:t>
            </a:r>
            <a:br>
              <a:rPr kumimoji="1" lang="en-US" altLang="ko-KR" sz="2000" dirty="0"/>
            </a:br>
            <a:r>
              <a:rPr kumimoji="1" lang="ko-KR" altLang="en-US" sz="2000" dirty="0"/>
              <a:t>주피터 노트북</a:t>
            </a:r>
            <a:r>
              <a:rPr kumimoji="1" lang="en-US" altLang="ko-KR" sz="2000" dirty="0"/>
              <a:t>(</a:t>
            </a:r>
            <a:r>
              <a:rPr kumimoji="1" lang="en" altLang="ko-KR" sz="2000" dirty="0" err="1"/>
              <a:t>Jupyter</a:t>
            </a:r>
            <a:r>
              <a:rPr kumimoji="1" lang="en" altLang="ko-KR" sz="2000" dirty="0"/>
              <a:t> Notebook)</a:t>
            </a:r>
            <a:r>
              <a:rPr kumimoji="1" lang="ko-KR" altLang="en-US" sz="2000" dirty="0"/>
              <a:t>에서 사용하는 파일 형식입니다</a:t>
            </a:r>
            <a:r>
              <a:rPr kumimoji="1" lang="en-US" altLang="ko-KR" sz="2000" dirty="0"/>
              <a:t>.</a:t>
            </a:r>
            <a:br>
              <a:rPr kumimoji="1" lang="en-US" altLang="ko-KR" sz="2000" dirty="0"/>
            </a:br>
            <a:r>
              <a:rPr kumimoji="1" lang="ko-KR" altLang="en-US" sz="2000" dirty="0"/>
              <a:t>코드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실행 결과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설명 텍스트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Markdown), </a:t>
            </a:r>
            <a:r>
              <a:rPr kumimoji="1" lang="ko-KR" altLang="en-US" sz="2000" dirty="0"/>
              <a:t>그래프 등을 한 문서 안에 저장할 수 있어요</a:t>
            </a:r>
            <a:r>
              <a:rPr kumimoji="1" lang="en-US" altLang="ko-KR" sz="2000" dirty="0"/>
              <a:t>.</a:t>
            </a:r>
          </a:p>
          <a:p>
            <a:r>
              <a:rPr kumimoji="1" lang="ko-KR" altLang="en-US" sz="2000" dirty="0"/>
              <a:t>구조</a:t>
            </a:r>
            <a:br>
              <a:rPr kumimoji="1" lang="ko-KR" altLang="en-US" sz="2000" dirty="0"/>
            </a:br>
            <a:r>
              <a:rPr kumimoji="1" lang="ko-KR" altLang="en-US" sz="2000" dirty="0"/>
              <a:t>실제로는 </a:t>
            </a:r>
            <a:r>
              <a:rPr kumimoji="1" lang="en" altLang="ko-KR" sz="2000" dirty="0"/>
              <a:t>JSON </a:t>
            </a:r>
            <a:r>
              <a:rPr kumimoji="1" lang="ko-KR" altLang="en-US" sz="2000" dirty="0"/>
              <a:t>형식으로 저장되어 있어서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각 셀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cell) </a:t>
            </a:r>
            <a:r>
              <a:rPr kumimoji="1" lang="ko-KR" altLang="en-US" sz="2000" dirty="0"/>
              <a:t>단위로 코드와 결과가 기록됩니다</a:t>
            </a:r>
            <a:r>
              <a:rPr kumimoji="1" lang="en-US" altLang="ko-KR" sz="2000" dirty="0"/>
              <a:t>.</a:t>
            </a:r>
            <a:br>
              <a:rPr kumimoji="1" lang="en-US" altLang="ko-KR" sz="2000" dirty="0"/>
            </a:br>
            <a:r>
              <a:rPr kumimoji="1" lang="ko-KR" altLang="en-US" sz="2000" dirty="0"/>
              <a:t>예를 들어</a:t>
            </a:r>
            <a:r>
              <a:rPr kumimoji="1" lang="en-US" altLang="ko-KR" sz="2000" dirty="0"/>
              <a:t>:</a:t>
            </a:r>
          </a:p>
          <a:p>
            <a:r>
              <a:rPr kumimoji="1" lang="ko-KR" altLang="en-US" sz="2000" dirty="0"/>
              <a:t>코드 셀</a:t>
            </a:r>
            <a:r>
              <a:rPr kumimoji="1" lang="en-US" altLang="ko-KR" sz="2000" dirty="0"/>
              <a:t>: </a:t>
            </a:r>
            <a:r>
              <a:rPr kumimoji="1" lang="en" altLang="ko-KR" sz="2000" dirty="0"/>
              <a:t>Python </a:t>
            </a:r>
            <a:r>
              <a:rPr kumimoji="1" lang="ko-KR" altLang="en-US" sz="2000" dirty="0"/>
              <a:t>코드 작성 </a:t>
            </a:r>
            <a:r>
              <a:rPr kumimoji="1" lang="en-US" altLang="ko-KR" sz="2000" dirty="0"/>
              <a:t>&amp; </a:t>
            </a:r>
            <a:r>
              <a:rPr kumimoji="1" lang="ko-KR" altLang="en-US" sz="2000" dirty="0"/>
              <a:t>실행</a:t>
            </a:r>
          </a:p>
          <a:p>
            <a:r>
              <a:rPr kumimoji="1" lang="ko-KR" altLang="en-US" sz="2000" dirty="0"/>
              <a:t>마크다운 셀</a:t>
            </a:r>
            <a:r>
              <a:rPr kumimoji="1" lang="en-US" altLang="ko-KR" sz="2000" dirty="0"/>
              <a:t>: </a:t>
            </a:r>
            <a:r>
              <a:rPr kumimoji="1" lang="ko-KR" altLang="en-US" sz="2000" dirty="0"/>
              <a:t>설명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수식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이미지 추가</a:t>
            </a:r>
          </a:p>
          <a:p>
            <a:r>
              <a:rPr kumimoji="1" lang="ko-KR" altLang="en-US" sz="2000" dirty="0"/>
              <a:t>출력 셀</a:t>
            </a:r>
            <a:r>
              <a:rPr kumimoji="1" lang="en-US" altLang="ko-KR" sz="2000" dirty="0"/>
              <a:t>: </a:t>
            </a:r>
            <a:r>
              <a:rPr kumimoji="1" lang="ko-KR" altLang="en-US" sz="2000" dirty="0"/>
              <a:t>실행 결과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숫자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텍스트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그래프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표 등</a:t>
            </a:r>
            <a:r>
              <a:rPr kumimoji="1" lang="en-US" altLang="ko-KR" sz="2000" dirty="0"/>
              <a:t>)</a:t>
            </a:r>
          </a:p>
          <a:p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0806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03B2623-682E-7182-1386-4D5AC9250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3971" y="-288035"/>
            <a:ext cx="7056028" cy="76418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3DEA0-7917-2628-899D-D7601D26F4C4}"/>
              </a:ext>
            </a:extLst>
          </p:cNvPr>
          <p:cNvSpPr txBox="1"/>
          <p:nvPr/>
        </p:nvSpPr>
        <p:spPr>
          <a:xfrm>
            <a:off x="6660145" y="2343848"/>
            <a:ext cx="4695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dirty="0"/>
              <a:t>구글 드라이브 </a:t>
            </a:r>
            <a:r>
              <a:rPr kumimoji="1" lang="en-US" altLang="ko-KR" sz="2800" dirty="0"/>
              <a:t>-&gt;</a:t>
            </a:r>
            <a:r>
              <a:rPr kumimoji="1" lang="ko-KR" altLang="en-US" sz="2800" dirty="0"/>
              <a:t> 폴더 생성</a:t>
            </a:r>
          </a:p>
        </p:txBody>
      </p:sp>
    </p:spTree>
    <p:extLst>
      <p:ext uri="{BB962C8B-B14F-4D97-AF65-F5344CB8AC3E}">
        <p14:creationId xmlns:p14="http://schemas.microsoft.com/office/powerpoint/2010/main" val="284239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BA0E292-88EB-1AAB-EE48-551CAFCA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751" y="-300160"/>
            <a:ext cx="7054400" cy="7640073"/>
          </a:xfrm>
          <a:prstGeom prst="rect">
            <a:avLst/>
          </a:prstGeom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2228506-7F16-C3C2-2C49-0FDC14AF2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643" y="2141537"/>
            <a:ext cx="3941806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마우스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 파일 업로드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 스터디 파일 클릭</a:t>
            </a:r>
          </a:p>
        </p:txBody>
      </p:sp>
    </p:spTree>
    <p:extLst>
      <p:ext uri="{BB962C8B-B14F-4D97-AF65-F5344CB8AC3E}">
        <p14:creationId xmlns:p14="http://schemas.microsoft.com/office/powerpoint/2010/main" val="372066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6BB561-EF7B-F0B5-0A22-A562CAD32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753" y="-247136"/>
            <a:ext cx="7016849" cy="7599405"/>
          </a:xfrm>
          <a:prstGeom prst="rect">
            <a:avLst/>
          </a:prstGeom>
        </p:spPr>
      </p:pic>
      <p:sp>
        <p:nvSpPr>
          <p:cNvPr id="12" name="내용 개체 틀 8">
            <a:extLst>
              <a:ext uri="{FF2B5EF4-FFF2-40B4-BE49-F238E27FC236}">
                <a16:creationId xmlns:a16="http://schemas.microsoft.com/office/drawing/2014/main" id="{E18B7DDC-0934-6508-37CA-43A4E5945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5643" y="2141537"/>
            <a:ext cx="394180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err="1"/>
              <a:t>ipynb</a:t>
            </a:r>
            <a:r>
              <a:rPr lang="ko-KR" altLang="en-US" dirty="0"/>
              <a:t>파일 열기</a:t>
            </a:r>
          </a:p>
        </p:txBody>
      </p:sp>
    </p:spTree>
    <p:extLst>
      <p:ext uri="{BB962C8B-B14F-4D97-AF65-F5344CB8AC3E}">
        <p14:creationId xmlns:p14="http://schemas.microsoft.com/office/powerpoint/2010/main" val="295666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7">
            <a:extLst>
              <a:ext uri="{FF2B5EF4-FFF2-40B4-BE49-F238E27FC236}">
                <a16:creationId xmlns:a16="http://schemas.microsoft.com/office/drawing/2014/main" id="{5B2B9572-805B-5698-3361-DC30C9A4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003" y="1050324"/>
            <a:ext cx="7174148" cy="5540529"/>
          </a:xfrm>
          <a:prstGeom prst="rect">
            <a:avLst/>
          </a:prstGeom>
        </p:spPr>
      </p:pic>
      <p:pic>
        <p:nvPicPr>
          <p:cNvPr id="5" name="내용 개체 틀 7">
            <a:extLst>
              <a:ext uri="{FF2B5EF4-FFF2-40B4-BE49-F238E27FC236}">
                <a16:creationId xmlns:a16="http://schemas.microsoft.com/office/drawing/2014/main" id="{E743FF1B-9463-CC70-3FD8-22AD110A3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9330" b="88000"/>
          <a:stretch/>
        </p:blipFill>
        <p:spPr>
          <a:xfrm>
            <a:off x="543697" y="1824097"/>
            <a:ext cx="2158136" cy="1874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908D9C-A27A-2451-2D1E-6D1C0A975173}"/>
              </a:ext>
            </a:extLst>
          </p:cNvPr>
          <p:cNvSpPr txBox="1"/>
          <p:nvPr/>
        </p:nvSpPr>
        <p:spPr>
          <a:xfrm>
            <a:off x="783866" y="3927451"/>
            <a:ext cx="259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dirty="0"/>
              <a:t>코드 실행 부분</a:t>
            </a: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FAD94CA4-57C6-D6D5-BFA0-90AE0C428F4A}"/>
              </a:ext>
            </a:extLst>
          </p:cNvPr>
          <p:cNvSpPr/>
          <p:nvPr/>
        </p:nvSpPr>
        <p:spPr>
          <a:xfrm rot="14228012">
            <a:off x="1075060" y="2880101"/>
            <a:ext cx="1421027" cy="69788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3FCD5-7659-DE46-9FA2-4E020537B7F1}"/>
              </a:ext>
            </a:extLst>
          </p:cNvPr>
          <p:cNvSpPr txBox="1"/>
          <p:nvPr/>
        </p:nvSpPr>
        <p:spPr>
          <a:xfrm>
            <a:off x="3984003" y="527104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dirty="0"/>
              <a:t>실행 결과</a:t>
            </a:r>
          </a:p>
        </p:txBody>
      </p:sp>
    </p:spTree>
    <p:extLst>
      <p:ext uri="{BB962C8B-B14F-4D97-AF65-F5344CB8AC3E}">
        <p14:creationId xmlns:p14="http://schemas.microsoft.com/office/powerpoint/2010/main" val="157429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222</Words>
  <Application>Microsoft Macintosh PowerPoint</Application>
  <PresentationFormat>와이드스크린</PresentationFormat>
  <Paragraphs>26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Google Colab 사용법</vt:lpstr>
      <vt:lpstr>구글 코랩이란?</vt:lpstr>
      <vt:lpstr>ipynb란?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Colab 사용법</dc:title>
  <dc:creator>영주 박</dc:creator>
  <cp:lastModifiedBy>영주 박</cp:lastModifiedBy>
  <cp:revision>1</cp:revision>
  <dcterms:created xsi:type="dcterms:W3CDTF">2025-09-28T12:32:16Z</dcterms:created>
  <dcterms:modified xsi:type="dcterms:W3CDTF">2025-09-28T12:43:37Z</dcterms:modified>
</cp:coreProperties>
</file>